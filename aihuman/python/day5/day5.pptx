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Inter Light" panose="02000503000000020004" pitchFamily="2" charset="0"/>
      <p:regular r:id="rId41"/>
      <p:italic r:id="rId42"/>
    </p:embeddedFont>
    <p:embeddedFont>
      <p:font typeface="Inter Bold" panose="02000503000000020004" pitchFamily="2" charset="0"/>
      <p:regular r:id="rId43"/>
      <p:bold r:id="rId44"/>
    </p:embeddedFont>
    <p:embeddedFont>
      <p:font typeface="Inter" panose="02000503000000020004" pitchFamily="2" charset="0"/>
      <p:regular r:id="rId45"/>
      <p:bold r:id="rId46"/>
      <p:italic r:id="rId47"/>
      <p:boldItalic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7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5-6.svg"/><Relationship Id="rId3" Type="http://schemas.openxmlformats.org/officeDocument/2006/relationships/image" Target="../media/image6.png"/><Relationship Id="rId7" Type="http://schemas.openxmlformats.org/officeDocument/2006/relationships/image" Target="../media/image-25-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25-2.svg"/><Relationship Id="rId4" Type="http://schemas.openxmlformats.org/officeDocument/2006/relationships/image" Target="../media/image-25-2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8-6.svg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-28-1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8-4.sv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-28-8.svg"/><Relationship Id="rId4" Type="http://schemas.openxmlformats.org/officeDocument/2006/relationships/image" Target="../media/image-28-2.sv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8616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과정 · 5일차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114301" y="2750939"/>
            <a:ext cx="3184842" cy="2120801"/>
          </a:xfrm>
          <a:prstGeom prst="roundRect">
            <a:avLst>
              <a:gd name="adj" fmla="val 1123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79595" y="2916237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과정명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5279595" y="3340001"/>
            <a:ext cx="34638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AI휴먼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5279595" y="3769916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강의일차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5279595" y="4193679"/>
            <a:ext cx="34638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5일차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8589847" y="2916237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강의주제</a:t>
            </a:r>
            <a:endParaRPr lang="ko-KR" sz="1600" dirty="0"/>
          </a:p>
        </p:txBody>
      </p:sp>
      <p:sp>
        <p:nvSpPr>
          <p:cNvPr id="10" name="Text 7"/>
          <p:cNvSpPr/>
          <p:nvPr/>
        </p:nvSpPr>
        <p:spPr>
          <a:xfrm>
            <a:off x="8589847" y="3340001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반복문과 컬렉션으로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처리하기</a:t>
            </a:r>
            <a:endParaRPr lang="ko-KR" sz="1300" dirty="0"/>
          </a:p>
        </p:txBody>
      </p:sp>
      <p:sp>
        <p:nvSpPr>
          <p:cNvPr id="11" name="Text 8"/>
          <p:cNvSpPr/>
          <p:nvPr/>
        </p:nvSpPr>
        <p:spPr>
          <a:xfrm>
            <a:off x="8589847" y="4034532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키워드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589847" y="4458295"/>
            <a:ext cx="3556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/ while / range / List / Dictionary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00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83743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86843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89428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for문으로 여러 데이터를 순서대로 처리할 수 있습니다.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5401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5712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59705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while문으로 조건이 참인 동안 반복할 수 있습니다.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24296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2739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29981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range()로 반복 횟수와 숫자 범위를 만들 수 있습니다.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394573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9767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0258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List에 여러 값을 저장하고 반복 처리할 수 있습니다.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6484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6795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0535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Dictionary에 이름과 값의 관계를 저장하고 반복 처리할 수 있습니다.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206603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446316"/>
            <a:ext cx="206667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31" y="541317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산출물: 학생 성적 반복 처리 프로그램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160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학습 연결: 조건문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114301" y="2380853"/>
            <a:ext cx="3184842" cy="2861072"/>
          </a:xfrm>
          <a:prstGeom prst="roundRect">
            <a:avLst>
              <a:gd name="adj" fmla="val 832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79595" y="2546152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핵심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5279595" y="2969915"/>
            <a:ext cx="34638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/ elif / else / Boolean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2529681"/>
            <a:ext cx="3821055" cy="3314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조건문은 "어떤 경우에 무엇을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것인가"를 결정합니다.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반복문은 "같거나 비슷한 처리를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번 수행"합니다.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문법을 함께 사용하면 여러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조건에 따라 분류할 수 있습니다.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학생 4명의 점수를 하나씩 확인해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r>
              <a:rPr lang="ko-KR" altLang="en-US" sz="1300" dirty="0" err="1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또는 RETRY 출력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044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반복문이 필요한가?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6052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반복문이 없을 때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90502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070324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print(scores[1])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print(scores[2])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print(scores[3])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295227"/>
            <a:ext cx="5470785" cy="2184896"/>
          </a:xfrm>
          <a:prstGeom prst="roundRect">
            <a:avLst>
              <a:gd name="adj" fmla="val 1090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46052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반복문을 사용할 때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0139" y="2905026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6548571" y="3070324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print(score)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66615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05871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4872732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메시지: 데이터 개수가 늘어날수록 반복문은 코드 중복을 크게 줄여 줍니다.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528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반복(Iteration)이란?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00238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Iteration: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같은 형태의 작업을 순서대로 되풀이하는 처리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Python의 대표 반복문: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0154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6769" y="376684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41245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값 또는 정해진 범위를 순회할 때 적합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360154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43789" y="376684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3789" y="41245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조건이 참인 동안 계속 실행할 때 적합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7404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 처리의 기본 구조: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입력 데이터 → 하나씩 꺼내기 → 처리 → 결과 누적 또는 출력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12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for문의 기본 구조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713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문법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715816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81114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변수 in 반복가능한데이터: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반복할 코드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76168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206180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371479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print(score)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2106017"/>
            <a:ext cx="5470785" cy="3410645"/>
          </a:xfrm>
          <a:prstGeom prst="roundRect">
            <a:avLst>
              <a:gd name="adj" fmla="val 698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22713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해석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2695079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scores의 값을 앞에서부터 하나씩 score에 넣고 print()를 실행합니다.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37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for문 의사코드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811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8431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96386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점수 목록을 준비한다.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4339422" y="25811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843113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339422" y="2963863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점수 목록에서 점수를 하나 꺼낸다.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8017468" y="25811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8431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8017468" y="296386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꺼낸 점수를 출력한다.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351164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773587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894336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아직 남은 점수가 있으면 다시 하나 꺼낸다.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6178395" y="351164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377358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395" y="389433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모든 점수를 처리하면 반복을 종료한다.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446285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702572"/>
            <a:ext cx="206667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31" y="466943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핵심: for문에서는 "데이터를 하나씩 꺼내는 작업"을 Python이 자동으로 처리합니다.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27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range() 함수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9014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range():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연속된 정수 범위를 만들어 반복 횟수를 제어할 때 사용하는 함수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340795"/>
            <a:ext cx="3512653" cy="627162"/>
          </a:xfrm>
          <a:prstGeom prst="roundRect">
            <a:avLst>
              <a:gd name="adj" fmla="val 23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352514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range(끝)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4339422" y="3340795"/>
            <a:ext cx="3512752" cy="627162"/>
          </a:xfrm>
          <a:prstGeom prst="roundRect">
            <a:avLst>
              <a:gd name="adj" fmla="val 23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3766" y="3525143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range(시작, 끝)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8017468" y="3340795"/>
            <a:ext cx="3512653" cy="627162"/>
          </a:xfrm>
          <a:prstGeom prst="roundRect">
            <a:avLst>
              <a:gd name="adj" fmla="val 23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01812" y="352514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range(시작, 끝, 증가값)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61475" y="4153991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393704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436056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중요: 끝 값은 포함하지 않습니다. 예: range(1, 5) → 1, 2, 3, 4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205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range() 예제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42134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 1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386634"/>
            <a:ext cx="3353510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551932"/>
            <a:ext cx="29566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432498"/>
            <a:ext cx="39630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결과: 0, 1, 2, 3, 4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4424748" y="2942134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 2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4424748" y="3386634"/>
            <a:ext cx="3353510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623180" y="3551932"/>
            <a:ext cx="29566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24748" y="4432498"/>
            <a:ext cx="39630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결과: 1, 2, 3, 4, 5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8068961" y="2776835"/>
            <a:ext cx="3591629" cy="2069108"/>
          </a:xfrm>
          <a:prstGeom prst="roundRect">
            <a:avLst>
              <a:gd name="adj" fmla="val 1151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34256" y="2942134"/>
            <a:ext cx="32610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 3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8234256" y="3386634"/>
            <a:ext cx="3261040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14" name="Text 12"/>
          <p:cNvSpPr/>
          <p:nvPr/>
        </p:nvSpPr>
        <p:spPr>
          <a:xfrm>
            <a:off x="8432688" y="3551932"/>
            <a:ext cx="28641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11, 2):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34256" y="4432498"/>
            <a:ext cx="38706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결과: 2, 4, 6, 8, 10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89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while문의 기본 구조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390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문법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583557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48855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while 조건식: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반복할 코드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62942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073922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239220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&lt;= 5: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973759"/>
            <a:ext cx="5470785" cy="3675261"/>
          </a:xfrm>
          <a:prstGeom prst="roundRect">
            <a:avLst>
              <a:gd name="adj" fmla="val 648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213905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해석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2562820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&lt;= 5가 True인 동안 코드 블록을 반복합니다.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85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while문 의사코드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159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778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986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count를 1로 준비한다.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178495" y="21159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3778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178495" y="24986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count가 5 이하인지 확인한다.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30464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30835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42909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참이면 count를 출력한다.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178495" y="30464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30835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95" y="342909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count를 1 증가시킨다.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397688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23882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35957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다시 조건을 확인한다.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397688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8495" y="423882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178495" y="435957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조건이 거짓이 되면 반복을 종료한다.</a:t>
            </a:r>
            <a:endParaRPr 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61475" y="4928096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67809"/>
            <a:ext cx="206667" cy="1652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98731" y="513467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주의: 반복 조건이 계속 True라면 반복이 끝나지 않는 무한 반복이 발생할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683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for와 while 비교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3033117"/>
            <a:ext cx="5470785" cy="1556445"/>
          </a:xfrm>
          <a:prstGeom prst="roundRect">
            <a:avLst>
              <a:gd name="adj" fmla="val 1530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31984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for가 적합한 경우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622179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리스트의 모든 값을 하나씩 처리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1부터 10까지 정해진 횟수 반복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개수가 정해져 있거나 순회 대상이 분명할 때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31984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while이 적합한 경우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622179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사용자가 종료를 선택할 때까지 반복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조건을 만족할 때까지 반복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 횟수보다 종료 조건이 더 중요한 경우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72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30823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List(리스트):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여러 값을 순서대로 저장하는 Python 컬렉션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표현 방법: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대괄호 [ ]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794919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960217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["민수", "지연", "준호"]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781995"/>
            <a:ext cx="5470785" cy="2058789"/>
          </a:xfrm>
          <a:prstGeom prst="roundRect">
            <a:avLst>
              <a:gd name="adj" fmla="val 1156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94729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50139" y="3371056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값의 순서가 있습니다.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0부터 시작하는 인덱스로 값에 접근합니다.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추가·수정·삭제할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5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List의 인덱스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79947"/>
            <a:ext cx="1086874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645245"/>
            <a:ext cx="110814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261195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6769" y="242649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인덱스 0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2784177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261195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3789" y="242649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인덱스 1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343789" y="2784177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37939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769" y="354468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인덱스 2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826769" y="390237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337939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3789" y="354468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인덱스 3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6343789" y="390237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518323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859907" y="4683621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print(scores[0])  # 72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print(scores[-1]) # 61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1475" y="5564188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803900"/>
            <a:ext cx="206667" cy="16529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98731" y="577076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핵심: 반복문을 사용하면 인덱스를 직접 하나씩 작성하지 않고 전체 값을 순차 처리할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90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List와 for문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19884"/>
            <a:ext cx="5232666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885182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print(score, "PASS")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print(score, "RETRY")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4844" y="2533848"/>
            <a:ext cx="5470785" cy="2554982"/>
          </a:xfrm>
          <a:prstGeom prst="roundRect">
            <a:avLst>
              <a:gd name="adj" fmla="val 93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0139" y="269914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학습 연결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50139" y="3122910"/>
            <a:ext cx="5140196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여러 점수 저장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점수 하나씩 꺼내기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합격 여부 판단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945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누적 계산 패턴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7688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값의 합계를 구하는 기본 패턴: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827536"/>
            <a:ext cx="10868745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92834"/>
            <a:ext cx="1047188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score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total / len(scores)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466725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06963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731" y="487382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 — Accumulator(누적 변수):</a:t>
            </a: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반복하면서 계산 결과를 계속 저장하는 변수. 예: total, count, highest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01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합격자 수 세기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337594"/>
            <a:ext cx="10868745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502892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pass_count = 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pass_count += 1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print("합격자 수:", pass_count)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706541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46253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491311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핵심: 조건을 만족할 때만 count 값을 증가시키는 형태는 데이터 분석에서도 자주 사용합니다.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68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최고점 직접 찾기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87625"/>
            <a:ext cx="5232666" cy="2447528"/>
          </a:xfrm>
          <a:prstGeom prst="roundRect">
            <a:avLst>
              <a:gd name="adj" fmla="val 608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752923"/>
            <a:ext cx="483580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= scores[0]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 highest: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highest = 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print("최고점:", highest)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184844" y="2401590"/>
            <a:ext cx="5470785" cy="2819598"/>
          </a:xfrm>
          <a:prstGeom prst="roundRect">
            <a:avLst>
              <a:gd name="adj" fmla="val 844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0139" y="256688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의미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50139" y="2990652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최고점과 새 점수를 비교하면서 더 큰 값을 저장합니다.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024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33848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Dictionary(딕셔너리):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Key와 Value의 관계로 데이터를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저장하는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컬렉션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표현 방법: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중괄호 { }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755392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920690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{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"민수": 72,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"지연": 88,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"준호": 95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385020"/>
            <a:ext cx="5470785" cy="2852638"/>
          </a:xfrm>
          <a:prstGeom prst="roundRect">
            <a:avLst>
              <a:gd name="adj" fmla="val 834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55031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139" y="2974082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찾기 위한 이름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50139" y="353700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0139" y="396076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Key에 연결된 실제 데이터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69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 값 읽기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12863"/>
            <a:ext cx="10868745" cy="1620542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197993"/>
            <a:ext cx="10471880" cy="137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{"민수": 72, "지연": 88, "준호": 95}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print(students["지연</a:t>
            </a:r>
            <a:r>
              <a:rPr lang="ko-KR" altLang="en-US" sz="1300" dirty="0" smtClean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</a:t>
            </a:r>
            <a:endParaRPr lang="en-US" altLang="ko-KR" sz="1300" dirty="0" smtClean="0">
              <a:solidFill>
                <a:srgbClr val="24292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 88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919438"/>
            <a:ext cx="3512653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5819" y="410378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keys()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5819" y="4461470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Key들을 확인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3919438"/>
            <a:ext cx="3512752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3766" y="4103787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values()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3766" y="4461470"/>
            <a:ext cx="3144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Value들을 확인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3919438"/>
            <a:ext cx="3512653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1812" y="410378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items()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01812" y="4461470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Key와 Value를 함께 확인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50964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items()를 사용해 이름과 점수를 함께 반복 처리합니다.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68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Dictionary와 for문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87625"/>
            <a:ext cx="5232666" cy="2447528"/>
          </a:xfrm>
          <a:prstGeom prst="roundRect">
            <a:avLst>
              <a:gd name="adj" fmla="val 608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752923"/>
            <a:ext cx="483580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{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"민수": 72,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"지연": 88,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"준호": 95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students.items():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score)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184844" y="2401590"/>
            <a:ext cx="5470785" cy="2819598"/>
          </a:xfrm>
          <a:prstGeom prst="roundRect">
            <a:avLst>
              <a:gd name="adj" fmla="val 844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0139" y="256688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해석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50139" y="2990652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반복할 때마다 학생 이름은 name에, 점수는 score에 저장됩니다.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09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 + 반복문 + Dictionary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808361"/>
            <a:ext cx="10868745" cy="3241377"/>
          </a:xfrm>
          <a:prstGeom prst="roundRect">
            <a:avLst>
              <a:gd name="adj" fmla="val 459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973659"/>
            <a:ext cx="10471880" cy="2910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students.items():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90: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"A"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"B"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score &gt;= 70: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"C"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"D"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score, grade)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58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프로그램의 입력→처리→출력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710656"/>
            <a:ext cx="5470785" cy="2201366"/>
          </a:xfrm>
          <a:prstGeom prst="roundRect">
            <a:avLst>
              <a:gd name="adj" fmla="val 1081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87595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29971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이름과 점수가 저장된 Dictionary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72963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4153396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학생별 결과표 + 평균 + 합격자 수 + 최고점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8759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299718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items()로 학생별 데이터 반복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점수에 따라 등급 판정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합계 누적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합격자 수 계산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최고점 학생 찾기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84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의사코드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159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77839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9858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학생 이름과 점수를 딕셔너리에 저장한다.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4339422" y="18159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077839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339422" y="2198588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합계, 합격자 수를 0으로 준비한다.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8017468" y="18159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077839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8017468" y="219858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최고점과 최고점 학생을 준비한다.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274637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0083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129062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학생 정보를 하나씩 반복한다.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4339422" y="274637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9422" y="3008313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339422" y="3129062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점수를 합계에 더한다.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8017468" y="274637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7468" y="30083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8017468" y="3129062"/>
            <a:ext cx="351265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80점 이상이면 합격자 수를 </a:t>
            </a:r>
            <a:endParaRPr lang="en-US" altLang="ko-KR" sz="1600" b="1" dirty="0" smtClean="0">
              <a:solidFill>
                <a:srgbClr val="3C3939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 smtClean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</a:t>
            </a: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증가시킨다.</a:t>
            </a:r>
            <a:endParaRPr lang="ko-KR" sz="1600" dirty="0"/>
          </a:p>
        </p:txBody>
      </p:sp>
      <p:sp>
        <p:nvSpPr>
          <p:cNvPr id="21" name="Text 19"/>
          <p:cNvSpPr/>
          <p:nvPr/>
        </p:nvSpPr>
        <p:spPr>
          <a:xfrm>
            <a:off x="661475" y="39353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475" y="4197251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318000"/>
            <a:ext cx="351265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현재 점수가 최고점보다 높으면 </a:t>
            </a:r>
            <a:endParaRPr lang="en-US" altLang="ko-KR" sz="1600" b="1" dirty="0" smtClean="0">
              <a:solidFill>
                <a:srgbClr val="3C3939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 smtClean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최고점 </a:t>
            </a: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정보를 바꾼다.</a:t>
            </a:r>
            <a:endParaRPr lang="ko-KR" sz="1600" dirty="0"/>
          </a:p>
        </p:txBody>
      </p:sp>
      <p:sp>
        <p:nvSpPr>
          <p:cNvPr id="24" name="Text 22"/>
          <p:cNvSpPr/>
          <p:nvPr/>
        </p:nvSpPr>
        <p:spPr>
          <a:xfrm>
            <a:off x="4339422" y="39353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39422" y="4197251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4339422" y="4318000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조건문으로 등급을 결정한다.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8017468" y="39353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17468" y="4197251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8017468" y="4318000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학생 이름, 점수, 등급을 출력한다.</a:t>
            </a:r>
            <a:endParaRPr lang="ko-KR" sz="1600" dirty="0"/>
          </a:p>
        </p:txBody>
      </p:sp>
      <p:sp>
        <p:nvSpPr>
          <p:cNvPr id="30" name="Text 28"/>
          <p:cNvSpPr/>
          <p:nvPr/>
        </p:nvSpPr>
        <p:spPr>
          <a:xfrm>
            <a:off x="661475" y="51242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1475" y="5386189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61475" y="5506938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평균을 계산한다.</a:t>
            </a:r>
            <a:endParaRPr lang="ko-KR" sz="1600" dirty="0"/>
          </a:p>
        </p:txBody>
      </p:sp>
      <p:sp>
        <p:nvSpPr>
          <p:cNvPr id="33" name="Text 31"/>
          <p:cNvSpPr/>
          <p:nvPr/>
        </p:nvSpPr>
        <p:spPr>
          <a:xfrm>
            <a:off x="6178395" y="51242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8395" y="5386189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5" name="Text 33"/>
          <p:cNvSpPr/>
          <p:nvPr/>
        </p:nvSpPr>
        <p:spPr>
          <a:xfrm>
            <a:off x="6178395" y="5506938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요약 결과를 출력한다.</a:t>
            </a:r>
            <a:endParaRPr lang="ko-KR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52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212677"/>
            <a:ext cx="5351725" cy="2123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39702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1. 들여쓰기 누락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922017" y="2841526"/>
            <a:ext cx="4906840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120449" y="3006824"/>
            <a:ext cx="45099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2017" y="3887391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반복문 내부 코드는 들여쓰기 필요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78495" y="2212677"/>
            <a:ext cx="5351725" cy="21236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9037" y="239702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2. while의 증가식 누락</a:t>
            </a:r>
            <a:endParaRPr lang="ko-KR" sz="1600" dirty="0"/>
          </a:p>
        </p:txBody>
      </p:sp>
      <p:sp>
        <p:nvSpPr>
          <p:cNvPr id="10" name="Shape 6"/>
          <p:cNvSpPr/>
          <p:nvPr/>
        </p:nvSpPr>
        <p:spPr>
          <a:xfrm>
            <a:off x="6439037" y="2841526"/>
            <a:ext cx="4906840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/>
          <p:nvPr/>
        </p:nvSpPr>
        <p:spPr>
          <a:xfrm>
            <a:off x="6637469" y="3006824"/>
            <a:ext cx="45099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&lt;= 5: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39037" y="3887391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count가 변하지 않아 반복이 종료되지 않음</a:t>
            </a:r>
            <a:endParaRPr lang="ko-KR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4501654"/>
            <a:ext cx="5351725" cy="990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2017" y="4686002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3. range()의 끝 값 착각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922017" y="5043686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range(1, 5) → 1, 2, 3, 4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78495" y="4501654"/>
            <a:ext cx="5351725" cy="990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39037" y="4686002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4. Dictionary에 존재하지 않는 Key 사용</a:t>
            </a:r>
            <a:endParaRPr lang="ko-KR" sz="1600" dirty="0"/>
          </a:p>
        </p:txBody>
      </p:sp>
      <p:sp>
        <p:nvSpPr>
          <p:cNvPr id="18" name="Text 12"/>
          <p:cNvSpPr/>
          <p:nvPr/>
        </p:nvSpPr>
        <p:spPr>
          <a:xfrm>
            <a:off x="6439037" y="5043686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students["서연"] → KeyError 가능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9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디버깅 체크리스트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58330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5893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615182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 또는 while 다음에 콜론(:)이 있는가?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26109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29210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3179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반복문 내부 코드가 같은 수준으로 들여쓰기 되었는가?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29638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29948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0207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 조건을 언젠가 False로 만드는 코드가 있는가?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36666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6976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37234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range()의 시작·끝·증가값이 의도와 맞는가?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3693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4004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4262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 인덱스가 0부터 시작한다는 점을 확인했는가?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0721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1031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1290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Dictionary의 Key 이름이 정확한가?</a:t>
            </a:r>
            <a:endParaRPr 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61475" y="57749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485" y="58059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8830" y="58317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누적 변수 total, count의 초기값이 반복문 밖에 있는가?</a:t>
            </a:r>
            <a:endParaRPr lang="ko-KR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2278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3단계 과제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087563"/>
            <a:ext cx="3065783" cy="1217513"/>
          </a:xfrm>
          <a:prstGeom prst="roundRect">
            <a:avLst>
              <a:gd name="adj" fmla="val 1222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98655" y="225286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98655" y="2610545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List의 값을 순서대로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출력하고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err="1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ko-KR" altLang="en-US" sz="1300" dirty="0" err="1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표시</a:t>
            </a:r>
            <a:endParaRPr lang="ko-KR" sz="1300" dirty="0"/>
          </a:p>
        </p:txBody>
      </p:sp>
      <p:sp>
        <p:nvSpPr>
          <p:cNvPr id="7" name="Shape 4"/>
          <p:cNvSpPr/>
          <p:nvPr/>
        </p:nvSpPr>
        <p:spPr>
          <a:xfrm>
            <a:off x="8464437" y="2087563"/>
            <a:ext cx="3065783" cy="1217513"/>
          </a:xfrm>
          <a:prstGeom prst="roundRect">
            <a:avLst>
              <a:gd name="adj" fmla="val 1222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29732" y="225286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29732" y="2610545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List를 반복하면서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합격자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수·평균·최고점 계산</a:t>
            </a:r>
            <a:endParaRPr lang="ko-KR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3470374"/>
            <a:ext cx="6296860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98655" y="3635673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98655" y="3993356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이름과 점수를 Dictionary로 구성하고 학생별 등급표와 전체 요약 출력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609306"/>
            <a:ext cx="6296860" cy="925909"/>
          </a:xfrm>
          <a:prstGeom prst="roundRect">
            <a:avLst>
              <a:gd name="adj" fmla="val 16076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55" y="4849019"/>
            <a:ext cx="206667" cy="1652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70617" y="4815880"/>
            <a:ext cx="559430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과제 원칙: 입력 → 반복 → 조건 → 누적 → 출력의 흐름을 </a:t>
            </a:r>
            <a:endParaRPr lang="en-US" altLang="ko-KR" sz="1300" dirty="0" smtClean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설명할 </a:t>
            </a: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있어야 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385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정리와 다음 학습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021284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41402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999085"/>
            <a:ext cx="34850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 하나씩 순회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53213" y="2021284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3213" y="264140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53213" y="2999085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조건이 참인 동안 반복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45050" y="2021284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5050" y="264140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45050" y="2999085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반복에 사용할 정수 범위 생성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3594398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214515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61475" y="4572198"/>
            <a:ext cx="34850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순서가 있는 여러 값 저장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353213" y="3594398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53213" y="4214515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Dictionary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353213" y="4572198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Key-Value 관계로 여러 값 저장</a:t>
            </a:r>
            <a:endParaRPr lang="ko-KR" sz="1300" dirty="0"/>
          </a:p>
        </p:txBody>
      </p:sp>
      <p:sp>
        <p:nvSpPr>
          <p:cNvPr id="18" name="Shape 11"/>
          <p:cNvSpPr/>
          <p:nvPr/>
        </p:nvSpPr>
        <p:spPr>
          <a:xfrm>
            <a:off x="661475" y="502285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B6D6FC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69" y="5262563"/>
            <a:ext cx="206667" cy="16529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98731" y="522942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학습: 반복되는 코드를 함수(Function)로 묶고 매개변수(Parameter)와 반환값(return)을 사용합니다.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1568</Words>
  <Application>Microsoft Office PowerPoint</Application>
  <PresentationFormat>와이드스크린</PresentationFormat>
  <Paragraphs>352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Calibri</vt:lpstr>
      <vt:lpstr>Consolas</vt:lpstr>
      <vt:lpstr>맑은 고딕</vt:lpstr>
      <vt:lpstr>Inter Light</vt:lpstr>
      <vt:lpstr>Inter Bold</vt:lpstr>
      <vt:lpstr>Arial</vt:lpstr>
      <vt:lpstr>Inter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Windows 사용자</cp:lastModifiedBy>
  <cp:revision>3</cp:revision>
  <dcterms:created xsi:type="dcterms:W3CDTF">2026-08-26T05:38:13Z</dcterms:created>
  <dcterms:modified xsi:type="dcterms:W3CDTF">2026-08-26T05:44:12Z</dcterms:modified>
</cp:coreProperties>
</file>